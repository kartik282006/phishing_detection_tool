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  <p:sldId id="265" r:id="rId9"/>
    <p:sldId id="259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B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4D07-AEF3-A5B4-A7CD-30C3FA7EB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7CEDA-CA56-8CA1-871C-7F7D504A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F9A86-B879-BAA5-B1CB-ED4A987E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C5C6D-E4D9-52CB-2795-F3A11652D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A655F-08C1-5F18-D783-5BC7E98B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74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777A-0AD3-755E-13D2-C9B02CA0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63D46-9C8F-21C3-E6EA-0F02201CA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077B2-05D2-7B94-B659-A3CACDE5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A2B80-8718-76E8-34C0-68F46069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C2980-3CF7-06C6-ACA2-FB9FF499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90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780D-3B86-D523-759D-BAD38774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A43C2-3A8E-7CFA-A952-F143AD1C4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A8A8D-89E5-76C0-8405-F055BFAF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55545-DBFA-F9FA-546D-DB075394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3C6BB-9A2D-6304-92AE-BE69AA3F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47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BDA2-9BB5-5DC3-A6C2-255441E2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A16F-51FA-E2BC-9B4F-5CE678FBA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87D6-CBB2-CACE-6A91-E372E24C8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30DA2-D469-F5DB-02EB-E6CEBDBD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B2C8C-E878-D787-A779-AC8D1534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13767-9A4C-0DC2-BCE2-07384EC8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04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8F6F-6593-D03F-92E2-3195FA04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3E336-9DF5-0BC4-1A7B-B5E68BBFF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98F3D-83EB-4219-154A-9882C690B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278C9-6F5B-A9F7-D780-DB72741B8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7C55A9-CF61-4274-4B5F-3D606CED2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CE075-230C-6A0D-8301-F888394A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A97AD3-B503-EC7F-A36F-EF2ECD527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112BF-5A3E-693A-B65B-6F3B6BBC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73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0D07-7974-7DD8-5A49-4CDD4A0F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98A46-659D-1009-2453-54B27319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57788-049D-3FEE-E3F9-492424A1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2544B-A5B1-A818-FC8C-6C7E6A40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31960-8505-18F2-FEF6-D8648FD2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9AAE7-ED52-4C33-1D81-126C8670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F831C-2B48-DD11-4605-2733C3A3D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87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BF90-1743-7472-384F-AAF57C1E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236D-8DA5-D8EB-C708-A0C1A25A6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43827-0078-0801-88A2-742C45157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9079C-0AEB-7BCA-81A1-5C878741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D49EA-F4E8-E872-6B16-70D3719C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64A8F-EFF9-AFAF-1CE1-839F151D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07D1-3CAA-C5EE-C563-F2A08D60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3F652-9000-4582-78B4-E9C4C8898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5388E-B160-FF9C-9C82-409D79114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C9126-1AB4-EC89-C5D7-800C387E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2C03B-AA89-4A85-5CE9-E2C711CF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A3770-E70F-CFB7-21DD-59F4EE30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28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4659-FB06-9568-FFCD-A70C1F41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988B4-945B-A3D8-7612-0F8AF90A0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7439B-FB0F-FBC2-3655-0CE53A59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28FF9-77D1-3929-311D-7C6C21E7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44C69-CA34-7F09-9C7A-5ABE1B82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5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DFCA2-4402-AB31-4991-72CBBC2BC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97F14-D7F2-B9A1-2DF5-1F2306601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A52C3-DE5D-0947-7189-67541D73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08FB6-674C-2014-68BC-3B2E3711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0A8BB-976E-8C40-72E2-3D57829E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50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672C0B-375C-5849-E125-CAB691D3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ACA4E-28F2-239C-8A76-3BC0D1CEC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8742B-4265-B433-860D-036DC373E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2E6AF-6ECE-490F-A84D-6F663A4A00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CE85-1657-9E53-9331-2407A5D3F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69031-1D9A-559E-0870-51926C8D4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A7418-0AC6-4680-8C5E-C2403FE5F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50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FAAB0E-9B3A-2FC2-EEAD-A90F67A78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71E1C582-B37E-027B-0AE4-AD6A64144E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880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919EED-237D-12DF-0CEC-5504DC9CB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123BBAE9-4E77-729D-2847-CEC9C1D81D7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020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8762-0BC4-22ED-2D61-BB86F2EBC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9D5D17-4D2B-81DA-9631-0DFE2AD75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B6429DCA-7181-BA6A-F4A4-3B7741BEB6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75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B2BE-D469-72FA-4525-2AFBEF444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7C2DE7-A9D1-64A9-18D1-8900A0E52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BAF23E10-CE9E-3E62-2826-5DF680C33AC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51816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424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CB80-B03D-999A-C407-38C07BB4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563826-185D-3984-F9FC-C47E7584F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96878991-1CD2-7DBB-F755-B2834E17B2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736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2400-2A24-A9E5-B8C3-34D9DB71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A4540F-99D4-C833-4AB2-31A9CFD6A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3F0F2BF2-B62A-1BD0-B126-CC721F3C17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775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3D8040-2491-65F1-5DD9-998CD6FA5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FC897268-0DDD-5CFF-F6B1-8153E347DD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164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224E-9B70-54C5-D73A-F0F60F06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47DEBE-728F-1181-0BA5-B6BE4BC2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F0FC8E9D-7DA7-9167-B3F1-AF067A007E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527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1D91A-69DD-3548-6866-00489266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1DAA63-1A20-5609-DED5-44D1A0BE1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6" name="Picture 5" descr="Home">
            <a:extLst>
              <a:ext uri="{FF2B5EF4-FFF2-40B4-BE49-F238E27FC236}">
                <a16:creationId xmlns:a16="http://schemas.microsoft.com/office/drawing/2014/main" id="{D224E7AD-A7F1-B8DF-E941-C3632D4331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0" y="0"/>
            <a:ext cx="216408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87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BE77B-3B9D-979F-2780-1588B3FA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5E525D-099C-2DA7-C505-89978919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373B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dirty="0">
              <a:solidFill>
                <a:srgbClr val="373B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070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Srivastava</dc:creator>
  <cp:lastModifiedBy>Kartik Srivastava</cp:lastModifiedBy>
  <cp:revision>1</cp:revision>
  <dcterms:created xsi:type="dcterms:W3CDTF">2026-04-19T12:51:42Z</dcterms:created>
  <dcterms:modified xsi:type="dcterms:W3CDTF">2026-04-19T13:07:01Z</dcterms:modified>
</cp:coreProperties>
</file>